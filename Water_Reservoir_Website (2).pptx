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3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ridescent-narwhal-d92465.netlify.app/" TargetMode="Externa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1D70A2">
              <a:alpha val="60000"/>
            </a:srgbClr>
          </a:solidFill>
          <a:ln w="12700">
            <a:solidFill>
              <a:srgbClr val="1D70A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630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188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Reservoir Website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monitoring and information portal for reservoirs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P. Jayanthi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Reservoirs store water for drinking, irrigation and power generation.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levels, inflow and outflow need regular monitoring.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 website that shows reservoir details in one place.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water data easy to access for everyone.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85216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1005840" cy="1005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data is scattered and often updated manually.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cannot easily check current water levels or storage.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alerts for low water or flood risk.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plan water use for farming and daily needs.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85216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1005840" cy="1005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timely data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portal that shows live reservoir water levels.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 stores capacity, inflow, outflow and history.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maps make the data simple to understand.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inform users about low or critical levels.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85216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1005840" cy="1005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all data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1463040" cy="2560320"/>
          </a:xfrm>
          <a:prstGeom prst="roundRect">
            <a:avLst>
              <a:gd name="adj" fmla="val 7500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8288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103120" y="1554480"/>
            <a:ext cx="1463040" cy="2560320"/>
          </a:xfrm>
          <a:prstGeom prst="roundRect">
            <a:avLst>
              <a:gd name="adj" fmla="val 7500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182880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0312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219456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and layout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749040" y="1554480"/>
            <a:ext cx="1463040" cy="2560320"/>
          </a:xfrm>
          <a:prstGeom prst="roundRect">
            <a:avLst>
              <a:gd name="adj" fmla="val 7500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182880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74904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384048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and charts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394960" y="1554480"/>
            <a:ext cx="1463040" cy="2560320"/>
          </a:xfrm>
          <a:prstGeom prst="roundRect">
            <a:avLst>
              <a:gd name="adj" fmla="val 7500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182880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9496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and logic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040880" y="1554480"/>
            <a:ext cx="1463040" cy="2560320"/>
          </a:xfrm>
          <a:prstGeom prst="roundRect">
            <a:avLst>
              <a:gd name="adj" fmla="val 7500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0" y="1828800"/>
            <a:ext cx="640080" cy="6400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04088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13232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reservoir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630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water levels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level and storage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46304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6052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map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47472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reservoirs easily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46304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4944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62636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and flood warnings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20040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7160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68580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by name or region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200400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16052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reports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347472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data and trends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3200400"/>
            <a:ext cx="548640" cy="54864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949440" y="3154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626364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 and PC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4846320" cy="2579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gives quick and clear access to reservoir information.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people and authorities plan water use better.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support early action during low or high water levels.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sensor integration, mobile app and forecasting.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852160" y="137160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11680"/>
            <a:ext cx="1005840" cy="10058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585216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Jayanthi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1DBD1-64E0-0325-2FBD-73C0D21BB9CF}"/>
              </a:ext>
            </a:extLst>
          </p:cNvPr>
          <p:cNvSpPr txBox="1"/>
          <p:nvPr/>
        </p:nvSpPr>
        <p:spPr>
          <a:xfrm>
            <a:off x="457200" y="4426829"/>
            <a:ext cx="4578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https://iridescent-narwhal-d92465.netlify.app/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279</Words>
  <Application>Microsoft Office PowerPoint</Application>
  <PresentationFormat>On-screen Show (16:9)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Aarohan</cp:lastModifiedBy>
  <cp:revision>3</cp:revision>
  <dcterms:created xsi:type="dcterms:W3CDTF">2026-10-04T07:12:30Z</dcterms:created>
  <dcterms:modified xsi:type="dcterms:W3CDTF">2026-10-05T07:26:13Z</dcterms:modified>
</cp:coreProperties>
</file>